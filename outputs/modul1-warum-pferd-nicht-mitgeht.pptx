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Warum dein Pferd nicht alleine vom Hof geht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29260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Was wirklich hinter dem Blockieren steckt — und warum es nicht deine Schuld ist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0" y="4434840"/>
            <a:ext cx="1005840" cy="411480"/>
          </a:xfrm>
          <a:prstGeom prst="rect">
            <a:avLst/>
          </a:prstGeom>
          <a:solidFill>
            <a:srgbClr val="EDE4DC"/>
          </a:solidFill>
          <a:ln w="12700">
            <a:solidFill>
              <a:srgbClr val="C8BA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434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3F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[LOGO]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3657600" cy="4206240"/>
          </a:xfrm>
          <a:prstGeom prst="rect">
            <a:avLst/>
          </a:prstGeom>
          <a:solidFill>
            <a:srgbClr val="E8E0D8"/>
          </a:solidFill>
          <a:ln w="12700">
            <a:solidFill>
              <a:srgbClr val="C8BA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A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[BILD: Pferd schaut zurück zur Herde]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297680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KENNST DAS VIELLEICHT...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777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kennst das vielleicht...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97680" y="15544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Die Sonne scheint. Alle ziehen los. Du bleibst zurück.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Dein Pferd blockiert an der Hofauffahrt — und bewegt sich keinen Millimeter.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wird hektisch, sobald ihr das Stallgelände verlasst.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Oder: Es zieht immer nur zum anderen Pferd hin, nie von ihm weg.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3840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3F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 hast schon alles probiert. Und fragst dich: Warum klappt das bei anderen?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DIE ANTWORT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Dein Pferd ist nicht stur.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 ist nicht kaputt.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 hat gerade ein Bedürfnis —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 noch nicht erfüllt wird.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3657600" cy="4206240"/>
          </a:xfrm>
          <a:prstGeom prst="rect">
            <a:avLst/>
          </a:prstGeom>
          <a:solidFill>
            <a:srgbClr val="E8E0D8"/>
          </a:solidFill>
          <a:ln w="12700">
            <a:solidFill>
              <a:srgbClr val="C8BA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A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[BILD: Pferd allein auf Weide]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297680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DEIN PFERD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777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Dein Pferd lebt noch nach uralten Regeln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297680" y="15544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Pferde sind Beutetiere. Ihr oberstes Bedürfnis: Sicherheit.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Nicht Fressen. Nicht Komfort. Sicherheit — also: nicht gefressen werden.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Dieser Urinstinkt ist nach Jahrtausenden Domestizierung noch genauso stark.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 lässt sich nicht einfach abstellen.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3840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3F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Rational weiß dein Pferd, dass kein Raubtier kommt. Aber der Körper reagiert trotzdem.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3657600" cy="4206240"/>
          </a:xfrm>
          <a:prstGeom prst="rect">
            <a:avLst/>
          </a:prstGeom>
          <a:solidFill>
            <a:srgbClr val="E8E0D8"/>
          </a:solidFill>
          <a:ln w="12700">
            <a:solidFill>
              <a:srgbClr val="C8BA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A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[BILD: Pferde in Gruppe, friedlich]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297680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WARUM DIE HERDE SO WICHTIG 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777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Die Herde ist die Sicherheitsweste deines Pferdes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97680" y="160020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der Herde gibt es viele Augen, viele Ohren — Schutz durch Gemeinschaft.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Allein draußen bedeutet: keine Warnung, kein Rückhalt, keine Orientierung.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 weiter weg vom Stall und von den Artgenossen — desto mehr Alarm im Nervensystem.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 ist keine Entscheidung. Das ist Biologie.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3657600" cy="4206240"/>
          </a:xfrm>
          <a:prstGeom prst="rect">
            <a:avLst/>
          </a:prstGeom>
          <a:solidFill>
            <a:srgbClr val="E8E0D8"/>
          </a:solidFill>
          <a:ln w="12700">
            <a:solidFill>
              <a:srgbClr val="C8BA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A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[BILD: Pferd blockiert/zögert]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297680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SIEHT ES AUS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777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sieht 'Ich bin nicht sicher' aus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297680" y="15544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friert ein — steht wie ein Fels, lässt sich nicht bewegen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steigt, bockt oder läuft rückwärts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wird hektisch und zieht ständig in Richtung Stall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ist am Putzplatz unruhig, wenn die anderen nicht in Sicht sind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Auf dem Rückweg: plötzlich Gas — als wäre es ein anderes Pferd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3F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Manche Pferde schreien. Manche frieren. Beides ist dasselbe: Angst.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WICHTIG ZU WISSEN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Nicht jede Angst sieht gleich aus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0" cy="2194560"/>
          </a:xfrm>
          <a:prstGeom prst="rect">
            <a:avLst/>
          </a:prstGeom>
          <a:solidFill>
            <a:srgbClr val="F5E6DF"/>
          </a:solidFill>
          <a:ln w="12700">
            <a:solidFill>
              <a:srgbClr val="DBC4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Extrovertiert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Steigt, bockt, reißt sich los.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Wirkt dramatisch — ist schwer zu übersehen.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508760"/>
            <a:ext cx="3840480" cy="2194560"/>
          </a:xfrm>
          <a:prstGeom prst="rect">
            <a:avLst/>
          </a:prstGeom>
          <a:solidFill>
            <a:srgbClr val="F0EAE0"/>
          </a:solidFill>
          <a:ln w="12700">
            <a:solidFill>
              <a:srgbClr val="D8CE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Introvertiert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1488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Friert ein, bewegt sich nicht.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Wird oft als Sturheit missverstanden.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beiden Fällen: 'Ich fühle mich gerade nicht sicher.'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 WICHTIGSTE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Dein Pferd macht es nicht, um dich zu ärgern.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24688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kann in diesem Moment nicht einfach einen Schalter umlegen.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 du hast auch nichts falsch gemacht.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 hattest nur noch nicht den richtigen Schlüssel.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3657600" cy="4206240"/>
          </a:xfrm>
          <a:prstGeom prst="rect">
            <a:avLst/>
          </a:prstGeom>
          <a:solidFill>
            <a:srgbClr val="E8E0D8"/>
          </a:solidFill>
          <a:ln w="12700">
            <a:solidFill>
              <a:srgbClr val="C8BA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A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[BILD: Mensch führt Pferd entspannt]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297680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DER ERSTE SCHRITT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777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Verstehen kommt zuerst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97680" y="1554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Wer weiß, warum sein Pferd so reagiert, hört auf, dagegen zu kämpfen. Und fängt an, mit dem Pferd zusammenzuarbeiten.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251460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Dein Pferd braucht jemanden, dem es vertrauen kann — draußen.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braucht eine Führungsperson, die zeigt: 'Hier ist es sicher.'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 es braucht einen Plan, der Schritt für Schritt die Komfortzone erweitert.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B3F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Genau das lernst du im nächsten Schritt.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7B3F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ALS NÄCHSTES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Vertrauen aufbauen — noch auf dem Hof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Die eine Übung, die alles verändert.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Dein Pferd lernt: Ich kann ihr folgen. Ich bin bei ihr sicher.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B3F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Bis gleich — deine Anika 🗝️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4434840"/>
            <a:ext cx="1005840" cy="411480"/>
          </a:xfrm>
          <a:prstGeom prst="rect">
            <a:avLst/>
          </a:prstGeom>
          <a:solidFill>
            <a:srgbClr val="EDE4DC"/>
          </a:solidFill>
          <a:ln w="12700">
            <a:solidFill>
              <a:srgbClr val="C8BA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434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3F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[LOGO]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Warum dein Pferd nicht alleine vom Hof geht</dc:title>
  <dc:subject>PptxGenJS Presentation</dc:subject>
  <dc:creator>PptxGenJS</dc:creator>
  <cp:lastModifiedBy>PptxGenJS</cp:lastModifiedBy>
  <cp:revision>1</cp:revision>
  <dcterms:created xsi:type="dcterms:W3CDTF">2026-05-07T07:51:22Z</dcterms:created>
  <dcterms:modified xsi:type="dcterms:W3CDTF">2026-05-07T07:51:22Z</dcterms:modified>
</cp:coreProperties>
</file>