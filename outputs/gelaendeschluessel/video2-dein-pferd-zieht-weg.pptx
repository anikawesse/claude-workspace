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B3F28"/>
          </a:solidFill>
          <a:ln w="12700">
            <a:solidFill>
              <a:srgbClr val="7B3F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4572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4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Ruhig bleiben, wenn es brenzlig wird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84048" y="914400"/>
            <a:ext cx="6858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7B3F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Dein Pferd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7B3F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zieht dich weg.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84048" y="283464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du tun kannst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wie du ruhig bleibst.</a:t>
            </a:r>
            <a:endParaRPr lang="en-US" sz="2000" dirty="0"/>
          </a:p>
        </p:txBody>
      </p:sp>
      <p:pic>
        <p:nvPicPr>
          <p:cNvPr id="6" name="Image 0" descr="C:/Users/Olive/Desktop/claude-workspace/outputs/gelaendeschluessel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2743200"/>
            <a:ext cx="1828800" cy="1828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7B3F28"/>
          </a:solidFill>
          <a:ln w="12700">
            <a:solidFill>
              <a:srgbClr val="7B3F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4663440"/>
            <a:ext cx="85039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Anikas Pferdeakademie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B3F28"/>
          </a:solidFill>
          <a:ln w="12700">
            <a:solidFill>
              <a:srgbClr val="7B3F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Warum dein Pferd wegzieht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109728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7B3F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Nicht Trotz. Nicht Dominanz. Eine Reaktion.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691640"/>
            <a:ext cx="40690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691640"/>
            <a:ext cx="64008" cy="1325880"/>
          </a:xfrm>
          <a:prstGeom prst="rect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783080"/>
            <a:ext cx="3867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Angst und Unsicherheit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5488" y="2167128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 Pferd will weg, weil es sich nicht sicher fühlt. Der Instinkt des Fluchttiers übernimmt.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691640"/>
            <a:ext cx="40690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691640"/>
            <a:ext cx="64008" cy="1325880"/>
          </a:xfrm>
          <a:prstGeom prst="rect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1783080"/>
            <a:ext cx="3867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Fehlendes Vertrauen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818888" y="2167128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 Pferd orientiert sich nicht an dir als Führungsperson. Es sucht selbst nach einem Ausweg.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3154680"/>
            <a:ext cx="40690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154680"/>
            <a:ext cx="64008" cy="1325880"/>
          </a:xfrm>
          <a:prstGeom prst="rect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246120"/>
            <a:ext cx="3867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Bedürfnis: Futter oder Gras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75488" y="3630168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Gerade im Frühling ein häufiger Auslöser. Das Pferd folgt seinem Instinkt, nicht dir.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3154680"/>
            <a:ext cx="40690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154680"/>
            <a:ext cx="64008" cy="1325880"/>
          </a:xfrm>
          <a:prstGeom prst="rect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3246120"/>
            <a:ext cx="3867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Negativspirale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818888" y="3630168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hältst fester, dein Pferd zieht stärker. Deine Anspannung überträgt sich, das Pferd wird unruhiger.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B3F28"/>
          </a:solidFill>
          <a:ln w="12700">
            <a:solidFill>
              <a:srgbClr val="7B3F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in deinem Körper passiert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109728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der Sekunde, in der dein Pferd wegzieht, reagierst du mit einem Reflex.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664208"/>
            <a:ext cx="2743200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84632" y="1783080"/>
            <a:ext cx="411480" cy="411480"/>
          </a:xfrm>
          <a:prstGeom prst="ellipse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8056" y="2304288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hältst fest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8056" y="2798064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Reflex ist: festhalten. Das ist normal. Aber genau das zieht dein Pferd stärker.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10128" y="1664208"/>
            <a:ext cx="2743200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783080"/>
            <a:ext cx="411480" cy="411480"/>
          </a:xfrm>
          <a:prstGeom prst="ellipse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38144" y="2304288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 und Angst steigen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38144" y="2798064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 Körper geht in Alarmmodus. Je stärker du dich anspannst, desto mehr spürt es dein Pferd.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00216" y="1664208"/>
            <a:ext cx="2743200" cy="2633472"/>
          </a:xfrm>
          <a:prstGeom prst="rect">
            <a:avLst/>
          </a:prstGeom>
          <a:solidFill>
            <a:srgbClr val="7B3F28"/>
          </a:solidFill>
          <a:ln w="12700">
            <a:solidFill>
              <a:srgbClr val="7B3F2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64808" y="178308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64808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28232" y="2304288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Negativspirale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28232" y="2798064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Deine Anspannung bestätigt deinem Pferd: Hier ist Gefahr. Es zieht noch stärker. Ihr schaukelt euch gegenseitig hoch.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11480" y="448056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C4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Lösung ist keine Kraftfrage. Die Lösung ist eine Körperfrage.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B3F28"/>
          </a:solidFill>
          <a:ln w="12700">
            <a:solidFill>
              <a:srgbClr val="7B3F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brauchst du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107899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Gleiches Equipment wie in Video 1. Sicherheit kommt vor dem Training.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636776"/>
            <a:ext cx="237744" cy="237744"/>
          </a:xfrm>
          <a:prstGeom prst="ellipse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Kappzaum oder Dually-Halfter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67512" y="193852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Gibt dir Kontrolle und deinem Pferd klare Kommunikation.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734056"/>
            <a:ext cx="237744" cy="237744"/>
          </a:xfrm>
          <a:prstGeom prst="ellipse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67512" y="303580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kurzer Führstrick. Du brauchst Abstand und Länge, um reagieren zu können.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3831336"/>
            <a:ext cx="237744" cy="237744"/>
          </a:xfrm>
          <a:prstGeom prst="ellipse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Gerte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67512" y="413308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Kommunikationsmittel auf Abstand, nicht als Strafe.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1636776"/>
            <a:ext cx="237744" cy="237744"/>
          </a:xfrm>
          <a:prstGeom prst="ellipse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56632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Reitkappe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56632" y="193852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Pflicht. Keine Diskussion.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2734056"/>
            <a:ext cx="237744" cy="237744"/>
          </a:xfrm>
          <a:prstGeom prst="ellipse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56632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Handschuhe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56632" y="303580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Schützen deine Hände, wenn die Longe ruckartig gezogen wird.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831336"/>
            <a:ext cx="237744" cy="237744"/>
          </a:xfrm>
          <a:prstGeom prst="ellipse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56632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Gamaschen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056632" y="413308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Wenn dein Pferd in der Hektik gegen die eigenen Beine treten könnte.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26280" y="1554480"/>
            <a:ext cx="0" cy="3337560"/>
          </a:xfrm>
          <a:prstGeom prst="line">
            <a:avLst/>
          </a:prstGeom>
          <a:noFill/>
          <a:ln w="12700">
            <a:solidFill>
              <a:srgbClr val="D4C4B4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B3F28"/>
          </a:solidFill>
          <a:ln w="12700">
            <a:solidFill>
              <a:srgbClr val="7B3F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Dein Pferd zieht: So reagierst du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384048" cy="384048"/>
          </a:xfrm>
          <a:prstGeom prst="ellipse">
            <a:avLst/>
          </a:prstGeom>
          <a:solidFill>
            <a:srgbClr val="7B3F28"/>
          </a:solidFill>
          <a:ln w="12700">
            <a:solidFill>
              <a:srgbClr val="7B3F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0972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festhalten, nicht ziehen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499616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Tauziehen. Du wirst verlieren. Stattdessen: Technik.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350008"/>
            <a:ext cx="384048" cy="384048"/>
          </a:xfrm>
          <a:prstGeom prst="ellipse">
            <a:avLst/>
          </a:prstGeom>
          <a:solidFill>
            <a:srgbClr val="7B3F28"/>
          </a:solidFill>
          <a:ln w="12700">
            <a:solidFill>
              <a:srgbClr val="7B3F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3500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90-Grad-Winkel zum Pferd einnehmen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752344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Stelle dich seitlich zum Pferd. Du stehst nicht direkt davor oder dahinter.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602736"/>
            <a:ext cx="384048" cy="384048"/>
          </a:xfrm>
          <a:prstGeom prst="ellipse">
            <a:avLst/>
          </a:prstGeom>
          <a:solidFill>
            <a:srgbClr val="7B3F28"/>
          </a:solidFill>
          <a:ln w="12700">
            <a:solidFill>
              <a:srgbClr val="7B3F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360273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Dynamisch auf die Hinterhand zugehen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4005072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 mit Energie auf die Hinterhand zu. Das signalisiert: Hinterhand weg.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1097280"/>
            <a:ext cx="384048" cy="384048"/>
          </a:xfrm>
          <a:prstGeom prst="ellipse">
            <a:avLst/>
          </a:prstGeom>
          <a:solidFill>
            <a:srgbClr val="7B3F28"/>
          </a:solidFill>
          <a:ln w="12700">
            <a:solidFill>
              <a:srgbClr val="7B3F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0" y="10972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Hinterhand tritt seitwärts von dir weg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12080" y="1499616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Pferd bewegt die Hinterhand zur Seite. Dadurch dreht sich der Kopf automatisch zu dir.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2350008"/>
            <a:ext cx="384048" cy="384048"/>
          </a:xfrm>
          <a:prstGeom prst="ellipse">
            <a:avLst/>
          </a:prstGeom>
          <a:solidFill>
            <a:srgbClr val="7B3F28"/>
          </a:solidFill>
          <a:ln w="12700">
            <a:solidFill>
              <a:srgbClr val="7B3F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12080" y="23500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Kopf kommt zu dir, Aufmerksamkeit auch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12080" y="2752344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hast wieder Verbindung. Dein Pferd schaut dich an. Jetzt hört es dir wieder zu.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7492" y="1481328"/>
            <a:ext cx="0" cy="868680"/>
          </a:xfrm>
          <a:prstGeom prst="line">
            <a:avLst/>
          </a:prstGeom>
          <a:noFill/>
          <a:ln w="12700">
            <a:solidFill>
              <a:srgbClr val="D4C4B4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07492" y="2734056"/>
            <a:ext cx="0" cy="868680"/>
          </a:xfrm>
          <a:prstGeom prst="line">
            <a:avLst/>
          </a:prstGeom>
          <a:noFill/>
          <a:ln w="12700">
            <a:solidFill>
              <a:srgbClr val="D4C4B4"/>
            </a:solidFill>
            <a:prstDash val="dash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B3F28"/>
          </a:solidFill>
          <a:ln w="12700">
            <a:solidFill>
              <a:srgbClr val="7B3F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Wenn dein Pferd wieder bei dir ist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107899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C4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weiterdrängen. Erst prüfen, ob dein Pferd dir wirklich wieder zuhört.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627632"/>
            <a:ext cx="41148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48056" y="1737360"/>
            <a:ext cx="347472" cy="347472"/>
          </a:xfrm>
          <a:prstGeom prst="ellipse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71907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Einen Moment durchatmen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121408"/>
            <a:ext cx="3401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und dein Pferd. Beide. Kein sofortiger Weitermarsch.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627632"/>
            <a:ext cx="41148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37176" y="1737360"/>
            <a:ext cx="347472" cy="347472"/>
          </a:xfrm>
          <a:prstGeom prst="ellipse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37176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0" y="171907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Kleine Führübungen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0" y="2121408"/>
            <a:ext cx="3401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Paar Schritte vorwärts, anhalten, Hinterhand seitwärts. Ist dein Pferd dabei? Hört es zu?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090672"/>
            <a:ext cx="41148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8056" y="3200400"/>
            <a:ext cx="347472" cy="347472"/>
          </a:xfrm>
          <a:prstGeom prst="ellipse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" y="3200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1821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Prüfen, ob dein Pferd ansprechbar ist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3584448"/>
            <a:ext cx="3401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Reagiert es auf deine Hilfen? Wenn ja, habt ihr wieder eine Verbindung.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090672"/>
            <a:ext cx="41148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37176" y="3200400"/>
            <a:ext cx="347472" cy="347472"/>
          </a:xfrm>
          <a:prstGeom prst="ellipse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37176" y="3200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0" y="31821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Zurück in die Komfortzone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03520" y="3584448"/>
            <a:ext cx="3401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 wenn beide ruhig sind. Kein neuer Versuch Richtung Schwelle, bevor der Stresspegel unten ist.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B3F28"/>
          </a:solidFill>
          <a:ln w="12700">
            <a:solidFill>
              <a:srgbClr val="7B3F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Jetzt: Stresslevel runter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5029200" cy="3337560"/>
          </a:xfrm>
          <a:prstGeom prst="rect">
            <a:avLst/>
          </a:prstGeom>
          <a:solidFill>
            <a:srgbClr val="7B3F28"/>
          </a:solidFill>
          <a:ln w="12700">
            <a:solidFill>
              <a:srgbClr val="7B3F2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344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Annäherung und Rückzug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1755648"/>
            <a:ext cx="4663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Bleibe jetzt in der Komfortzone.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 das Adrenalin bei euch beiden herunterkommen. Das dauert ein paar Minuten.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 wenn dein Pferd ruhig atmet und bei dir ist, tastest du dich wieder vorsichtig Richtung Schwelle vor.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577840" y="1097280"/>
            <a:ext cx="32461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097280"/>
            <a:ext cx="64008" cy="3337560"/>
          </a:xfrm>
          <a:prstGeom prst="rect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33288" y="126187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 dir: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33288" y="1691640"/>
            <a:ext cx="2971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7B3F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Wegziehen ist kein Machtspiel.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i="1" dirty="0">
                <a:solidFill>
                  <a:srgbClr val="7B3F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 ist ein Zeichen, dass dein Pferd dich noch nicht als sicheren Anker erlebt.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i="1" dirty="0">
                <a:solidFill>
                  <a:srgbClr val="7B3F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könnt ihr ändern.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A1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0292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4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nimmst du aus diesem Video mit: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051560"/>
            <a:ext cx="8321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Dein Pferd zieht nicht aus Boshaftigkeit.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Reflex festzuhalten macht es schlimmer.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Mit dem 90-Grad-Winkel und der Hinterhand holst du es zurück.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Erst Komfortzone, dann Schwelle.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3246120"/>
            <a:ext cx="5029200" cy="0"/>
          </a:xfrm>
          <a:prstGeom prst="line">
            <a:avLst/>
          </a:prstGeom>
          <a:noFill/>
          <a:ln w="12700">
            <a:solidFill>
              <a:srgbClr val="C485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34290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nächsten Video: Dein Pferd bewegt sich gar nicht mehr.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4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2 von 3   |   Anikas Pferdeakademie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2 – Dein Pferd zieht dich weg</dc:title>
  <dc:subject>PptxGenJS Presentation</dc:subject>
  <dc:creator>Anikas Pferdeakademie</dc:creator>
  <cp:lastModifiedBy>Anikas Pferdeakademie</cp:lastModifiedBy>
  <cp:revision>1</cp:revision>
  <dcterms:created xsi:type="dcterms:W3CDTF">2026-05-19T06:48:04Z</dcterms:created>
  <dcterms:modified xsi:type="dcterms:W3CDTF">2026-05-19T06:48:04Z</dcterms:modified>
</cp:coreProperties>
</file>