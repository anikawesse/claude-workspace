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3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5029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 bleiben, wenn es brenzlig wird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 steigt.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84048" y="2514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tun kannst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wie du ruhig bleibst.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A1E10"/>
          </a:solidFill>
          <a:ln w="12700">
            <a:solidFill>
              <a:srgbClr val="3A1E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 von 3   |   Anikas Pferdeakademie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dein Pferd steigt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Trotz. Keine Absicht. Eine Botschaft.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8308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7452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Schmerz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2585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Pferd weicht dem Druck aus. Körperliche Ursachen immer zuerst ausschließen.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8308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87452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Überforderung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22585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viel auf einmal. Dein Pferd hat keine andere Sprache mehr, um dir das zu zeigen.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4612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33756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7216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 nach oben, wenn Flucht nach vorne nicht geht. Ein Urinstinkt des Fluchttiers.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4612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33756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37216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Pferd orientiert sich nicht an dir. Es sucht selbst nach einem Ausweg.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in deinem Körper passiert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dem Moment, in dem dein Pferd steigt, passiert auch in dir etwas.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810512"/>
            <a:ext cx="411480" cy="411480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2313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" y="28346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Körper schaltet sofort auf Alarm. Das ist Biologie, kein Fehler.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0128" y="16916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810512"/>
            <a:ext cx="411480" cy="411480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38144" y="2313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 steigt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38144" y="28346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Herzschlag hoch, Muskeln verkrampfen, Atem flach. Du hältst instinktiv fest.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0216" y="1691640"/>
            <a:ext cx="2743200" cy="25603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81051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8232" y="2313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Pferd spürt das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28346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liest deine Energie in der Sekunde. Deine Anspannung bestätigt ihm: Hier ist wirklich Gefahr.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Deshalb: Deine Ruhe ist keine Kleinigkeit. Sie ist die halbe Arbeit.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brauchst du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Bevor du ins Training gehst, stelle sicher, dass du gut ausgerüstet bist.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3677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Kappzaum oder Dually-Halfter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im Gelände-Schlüssel gezeigt. Gibt dir Kontrolle ohne Schmerz.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73405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kurzer Führstrick. Du brauchst Abstand, wenn dein Pferd steigt.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83133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" y="4133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Kommunikationsmittel. Du nutzt sie auf Abstand, nicht als Strafe.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3677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Reitkappe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56632" y="19385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Pflicht. Keine Diskussion.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3405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Handschuhe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56632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Longe kann bei einem ruckartigen Zug stark ziehen.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83133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Gamaschen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56632" y="4133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dein Pferd sehr hektisch wird und sich selbst gegen das Bein treten könnte.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554480"/>
            <a:ext cx="0" cy="3337560"/>
          </a:xfrm>
          <a:prstGeom prst="line">
            <a:avLst/>
          </a:prstGeom>
          <a:noFill/>
          <a:ln w="12700">
            <a:solidFill>
              <a:srgbClr val="D4C4B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 steigt: So reagierst du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festhalten, nicht ziehen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9961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erste Instinkt ist Festhalten. Tu es nicht. Lass los.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Abstand aufbauen mit der Longe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 mit der Longe in der Hand rückwärts weg. Abstand schützt dich.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621024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621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 dich in einem 90-Grad-Winkel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stehst seitlich zu deinem Pferd, nicht direkt davor oder dahinter.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 sanft aber bestimmt zu dir ziehen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149961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Rückwärts weggehen und dabei den Kopf zu dir führen. Kein Reißen.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Pferd kommt runter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76148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verliert das Gleichgewicht und muss die Vorderbeine wieder absetzen. Du bist außerhalb der Gefahrenzone.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" y="1481328"/>
            <a:ext cx="0" cy="877824"/>
          </a:xfrm>
          <a:prstGeom prst="line">
            <a:avLst/>
          </a:prstGeom>
          <a:noFill/>
          <a:ln w="12700">
            <a:solidFill>
              <a:srgbClr val="D4C4B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07492" y="2743200"/>
            <a:ext cx="0" cy="877824"/>
          </a:xfrm>
          <a:prstGeom prst="line">
            <a:avLst/>
          </a:prstGeom>
          <a:noFill/>
          <a:ln w="12700">
            <a:solidFill>
              <a:srgbClr val="D4C4B4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Sobald dein Pferd wieder unten 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weiterdrängen. Nicht ignorieren. Weiteratmen.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" y="173736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 gemeinsam durchatmen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Gebt beiden einen Moment. Du und dein Pferd. Keine Hektik jetzt.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62763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37176" y="173736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7190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Hinterhand seitwärts schicken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12140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 die Hinterhand ein paar Tritte zur Seite weg. Das bringt dein Pferd ins Nachdenken.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449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" y="315468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3639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Vorwärts in eine kleine Volte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53872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Schick dein Pferd in Bewegung, als würdest du es um dich herum longieren. Kleine Runde, ruhiges Tempo.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449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37176" y="315468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13639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Pferd ist wieder ansprechbar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53872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merkst es daran, dass es auf deine Hilfen reagiert und du die Aufmerksamkeit zurückbekommst.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Jetzt: Stresslevel runter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029200" cy="333756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Annäherung und Rückzug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 jetzt nicht weiter raus als vorher.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in die Komfortzone. Dort, wo dein Pferd sich sicher fühlt.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 das Adrenalin bei euch beiden runterkommen. Das dauert ein paar Minuten.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Dann, wenn beide ruhig atmen, kannst du vorsichtig wieder einen Schritt zur Schwelle machen.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246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097280"/>
            <a:ext cx="64008" cy="333756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261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 dir: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33288" y="1691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Steigen ist nicht das Problem.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ist ein Zeichen.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Job ist es, das Zeichen zu lesen, bevor es zum Steigen kommt.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nimmst du aus diesem Video mit: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 steigt nicht aus Boshaftigkeit.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Körper reagiert, und das ist normal.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der richtigen Ausrüstung bist du sicher.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weißt jetzt, wie du ruhig reagierst.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3246120"/>
            <a:ext cx="5029200" cy="0"/>
          </a:xfrm>
          <a:prstGeom prst="line">
            <a:avLst/>
          </a:prstGeom>
          <a:noFill/>
          <a:ln w="12700">
            <a:solidFill>
              <a:srgbClr val="C4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29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nächsten Video: Dein Pferd zieht dich weg.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 von 3   |   Anikas Pferdeakademie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1 – Dein Pferd steigt</dc:title>
  <dc:subject>PptxGenJS Presentation</dc:subject>
  <dc:creator>Anikas Pferdeakademie</dc:creator>
  <cp:lastModifiedBy>Anikas Pferdeakademie</cp:lastModifiedBy>
  <cp:revision>1</cp:revision>
  <dcterms:created xsi:type="dcterms:W3CDTF">2026-05-19T06:07:36Z</dcterms:created>
  <dcterms:modified xsi:type="dcterms:W3CDTF">2026-05-19T06:07:36Z</dcterms:modified>
</cp:coreProperties>
</file>