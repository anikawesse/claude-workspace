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45720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Ruhig bleiben, wenn es brenzlig wird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84048" y="914400"/>
            <a:ext cx="6858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 bewegt</a:t>
            </a:r>
            <a:endParaRPr lang="en-US" sz="4800" dirty="0"/>
          </a:p>
          <a:p>
            <a:pPr algn="l" indent="0" marL="0">
              <a:buNone/>
            </a:pPr>
            <a:r>
              <a:rPr lang="en-US" sz="4800" b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sich gar nicht mehr.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84048" y="283464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 du tun kannst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 wie du ruhig bleibst.</a:t>
            </a:r>
            <a:endParaRPr lang="en-US" sz="2000" dirty="0"/>
          </a:p>
        </p:txBody>
      </p:sp>
      <p:pic>
        <p:nvPicPr>
          <p:cNvPr id="6" name="Image 0" descr="C:/Users/Olive/Desktop/claude-workspace/outputs/gelaendeschluessel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2743200"/>
            <a:ext cx="1828800" cy="18288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4663440"/>
            <a:ext cx="850392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Anikas Pferdeakademie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Warum dein Pferd einfriert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Einfrieren ist keine Sturheit. Es ist die letzte Schutzreaktion.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20040" y="169164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69164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488" y="178308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Mentale Überflutung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5488" y="21671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 viele Reize auf einmal. Das Pferd kann nicht mehr verarbeiten und schaltet ab.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69164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69164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178308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Angst ohne Ausweg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818888" y="216712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Flucht nach vorne geht nicht, nach oben auch nicht. Was bleibt: stillstehen und hoffen, dass die Gefahr verschwindet.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315468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" y="315468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324612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Überforderung an der Schwelle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75488" y="36301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bist zu weit in Zone 3 gegangen. Dein Pferd ist an seine mentale Grenze gestoßen.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3154680"/>
            <a:ext cx="40690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3154680"/>
            <a:ext cx="64008" cy="13258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246120"/>
            <a:ext cx="38679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Erlerntes Verhalten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818888" y="3630168"/>
            <a:ext cx="3840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dein Pferd die Erfahrung gemacht, dass Stillstehen den Druck wegnimmt, wiederholt es das Muster.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in deinem Körper passiert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9728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stehendes Pferd löst in uns eine ganz bestimmte Reaktion aus.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6420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84632" y="1783080"/>
            <a:ext cx="411480" cy="411480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48056" y="2304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Ungeduld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48056" y="279806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wartest, es passiert nichts. Die Ungeduld steigt. Der Drang, jetzt irgendetwas zu tun, wird größer.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310128" y="1664208"/>
            <a:ext cx="2743200" cy="2633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1783080"/>
            <a:ext cx="411480" cy="411480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38144" y="2304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Treiben, locken, bitten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38144" y="279806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probierst alles. Schimpfen, Leckerli, Ziehen. Meistens wird das Pferd dadurch noch blockierter.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300216" y="1664208"/>
            <a:ext cx="2743200" cy="2633472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64808" y="1783080"/>
            <a:ext cx="411480" cy="4114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64808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28232" y="2304288"/>
            <a:ext cx="2514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Druck macht es schlimmer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28232" y="2798064"/>
            <a:ext cx="2514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 mehr du drängst, desto mehr friert dein Pferd ein. Es braucht einen Ausweg, keinen Anstoß von vorne.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11480" y="4480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Pferd braucht keinen Anstoß von vorne. Es braucht einen Ausweg zur Seite.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 brauchst du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Gleiches Equipment wie in Video 1 und 2.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63677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Dually-Halfter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7512" y="19385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Besonders wichtig bei diesem Szenario. Du brauchst die Option, sanft seitlich zu ziehen.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73405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67512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Gibt dir Abstand und Spielraum für die Seitwärtsbewegung.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383133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7512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Gerte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7512" y="4133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verlängerter Arm. Du touchierst damit in der Schenkellage, nicht am Kopf.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63677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56632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Reitkappe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056632" y="193852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Pflicht. Auch wenn es nur ums Führen geht.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09160" y="273405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56632" y="26974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Handschuhe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5056632" y="303580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Schutz für deine Hände bei ruckartigen Bewegungen.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831336"/>
            <a:ext cx="237744" cy="237744"/>
          </a:xfrm>
          <a:prstGeom prst="ellipse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56632" y="3794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Gamaschen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56632" y="413308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dein Pferd in der Aufregung gegen die eigenen Beine tritt.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26280" y="1554480"/>
            <a:ext cx="0" cy="3337560"/>
          </a:xfrm>
          <a:prstGeom prst="line">
            <a:avLst/>
          </a:prstGeom>
          <a:noFill/>
          <a:ln w="12700">
            <a:solidFill>
              <a:srgbClr val="D4C4B4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A: Ansprechbarkeit zurückgewinnen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078992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Nicht schieben, nicht locken. Einen Ausweg zur Seite anbieten.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72768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90-Grad-Winkel zum Pferd einnehmen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22960" y="19751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 dich seitlich zu deinem Pferd. Nicht direkt davor, das erzeugt Gegendruck.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" y="2734056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734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Kopf sanft zur Seite ziehen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1363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Ziehe den Kopf mit der Longe leicht zu dir. Das gibt dem Pferd eine Richtung, kein Vorwärts-Druck.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" y="3895344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3895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22960" y="38953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der Gerte in der Schenkellage touchieren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2976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Touchiere sanft an der Flanke. Nicht hauen, sondern einen Impuls setzen. Gerte als Kommunikation.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09160" y="1572768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212080" y="157276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das Pferd einen Schritt macht: aufhören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5212080" y="1975104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Jeden noch so kleinen Schritt belohnen. Den Impuls wegnehmen, sobald Bewegung entsteht.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09160" y="2734056"/>
            <a:ext cx="384048" cy="384048"/>
          </a:xfrm>
          <a:prstGeom prst="ellipse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734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212080" y="273405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7B3F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Führübungen und Ansprechbarkeit prüfen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212080" y="313639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Folgt dein Pferd dir? Reagiert es auf deine Hilfen? Dann seid ihr wieder verbunden.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B: Wenn Plan A nicht reicht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Dein Pferd reagiert nicht auf die Gerte alleine. Dann kombinierst du beides.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536192"/>
            <a:ext cx="5029200" cy="333756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664208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 geht 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148840"/>
            <a:ext cx="4663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Stelle dich im 90-Grad-Winkel seitlich zu deinem Pferd.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Zeige mit der Gerte Richtung Touchierpunkt in der Schenkellage und treibe dort sanft.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Gleichzeitig: Baue am Dually-Halfter sanften Zug parallel zur Seite auf.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Beides zusammen gibt deinem Pferd einen klaren, sanften Ausweg.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577840" y="1536192"/>
            <a:ext cx="324612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577840" y="1536192"/>
            <a:ext cx="64008" cy="155448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33288" y="16642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Wichtig: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33288" y="2029968"/>
            <a:ext cx="2971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Kein Reißen am Halfter. Sanfter, gleichmäßiger Zug zur Seite. Du zeigst einen Weg, du erzwingst ihn nicht.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577840" y="3246120"/>
            <a:ext cx="3246120" cy="1627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577840" y="3246120"/>
            <a:ext cx="64008" cy="1627632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33288" y="336499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Sobald es geht: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33288" y="3730752"/>
            <a:ext cx="2971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3A1E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Beim ersten Schritt sofort Druck wegnehmen. Das ist der Moment, den dein Pferd lernen soll.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Wenn dein Pferd wieder läuft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5029200" cy="3337560"/>
          </a:xfrm>
          <a:prstGeom prst="rect">
            <a:avLst/>
          </a:prstGeom>
          <a:solidFill>
            <a:srgbClr val="7B3F28"/>
          </a:solidFill>
          <a:ln w="12700">
            <a:solidFill>
              <a:srgbClr val="7B3F2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3444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Zurück in die Komfortzone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55648"/>
            <a:ext cx="466344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 ein paar ruhige Führübungen, damit du weißt, ob dein Pferd wieder bei dir ist.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Dann geht ihr zurück in die Komfortzone. Stresspegel runterfahren, bevor du wieder Richtung Schwelle gehst.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Wenn beide ruhig atmen: Dann und nur dann ein kleines Stück weiter.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577840" y="1097280"/>
            <a:ext cx="3246120" cy="3337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D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0" y="1097280"/>
            <a:ext cx="64008" cy="333756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33288" y="1261872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A7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Merke dir: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33288" y="169164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Dein Pferd friert nicht ein, weil es dich ärgern will.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 friert ein, weil es keinen anderen Ausweg sieht.</a:t>
            </a:r>
            <a:endParaRPr lang="en-US" sz="1400" dirty="0"/>
          </a:p>
          <a:p>
            <a:pPr algn="l" indent="0" marL="0">
              <a:buNone/>
            </a:pPr>
            <a:endParaRPr lang="en-US" sz="1400" dirty="0"/>
          </a:p>
          <a:p>
            <a:pPr algn="l" indent="0" marL="0">
              <a:buNone/>
            </a:pPr>
            <a:r>
              <a:rPr lang="en-US" sz="1400" i="1" dirty="0">
                <a:solidFill>
                  <a:srgbClr val="7B3F2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 gibst ihm diesen Ausweg.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3A1E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4855A"/>
          </a:solidFill>
          <a:ln w="12700">
            <a:solidFill>
              <a:srgbClr val="C485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502920"/>
            <a:ext cx="8321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nimmst du aus diesem Video mit: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11480" y="1051560"/>
            <a:ext cx="8321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Einfrieren ist kein Trotz. Es ist die letzte Schutzreaktion.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Druck von vorne macht es schlimmer.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 Ausweg zur Seite löst das Einfrieren.</a:t>
            </a:r>
            <a:endParaRPr lang="en-US" sz="2200" dirty="0"/>
          </a:p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A: Gerte. Plan B: Dually dazu. Beides sanft.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11480" y="3246120"/>
            <a:ext cx="5029200" cy="0"/>
          </a:xfrm>
          <a:prstGeom prst="line">
            <a:avLst/>
          </a:prstGeom>
          <a:noFill/>
          <a:ln w="12700">
            <a:solidFill>
              <a:srgbClr val="C485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3429000"/>
            <a:ext cx="8321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hast jetzt alle drei Videos. Gut gemacht.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11480" y="466344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3 von 3   |   Anikas Pferdeakademie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Video 3 – Dein Pferd bewegt sich gar nicht mehr</dc:title>
  <dc:subject>PptxGenJS Presentation</dc:subject>
  <dc:creator>Anikas Pferdeakademie</dc:creator>
  <cp:lastModifiedBy>Anikas Pferdeakademie</cp:lastModifiedBy>
  <cp:revision>1</cp:revision>
  <dcterms:created xsi:type="dcterms:W3CDTF">2026-05-19T08:12:38Z</dcterms:created>
  <dcterms:modified xsi:type="dcterms:W3CDTF">2026-05-19T08:12:38Z</dcterms:modified>
</cp:coreProperties>
</file>